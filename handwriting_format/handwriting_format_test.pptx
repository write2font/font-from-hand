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70" r:id="rId2"/>
  </p:sldIdLst>
  <p:sldSz cx="7559675" cy="10691813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28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119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93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671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755934" rtl="0" eaLnBrk="1" latinLnBrk="1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1B15B-8978-5127-C877-735A0FA58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F306B19-1FF5-07AF-978C-D11760B87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007154"/>
              </p:ext>
            </p:extLst>
          </p:nvPr>
        </p:nvGraphicFramePr>
        <p:xfrm>
          <a:off x="611837" y="449906"/>
          <a:ext cx="6336000" cy="979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307362627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598505229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90929934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7542212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23132001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83626718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87764742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3988555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397820559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23296806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44198221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36807054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51583484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88029127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671654709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59441772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81720962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2579062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11397613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97079447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85832346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84709114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215874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007458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780766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69071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075036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396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54293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23622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188792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51092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764723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134144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844325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44541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92006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355909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878825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748627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070492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46435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31089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099063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288019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08559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830903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51123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07518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57515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7188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0588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0238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37612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3384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8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2112304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F5273DF-4C36-39A9-8B4D-BFEC0C4147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682450"/>
              </p:ext>
            </p:extLst>
          </p:nvPr>
        </p:nvGraphicFramePr>
        <p:xfrm>
          <a:off x="611837" y="449906"/>
          <a:ext cx="6336000" cy="979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3073626274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90929934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23132001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877647422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397820559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441982211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515834844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671654709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817209622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113976132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858323467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215874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780766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075036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542938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188792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764723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844325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92006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878825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070492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31089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288019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8309038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07518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71889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02380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2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338415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25247CBB-7329-0FCB-8412-19184635EBB8}"/>
              </a:ext>
            </a:extLst>
          </p:cNvPr>
          <p:cNvGrpSpPr/>
          <p:nvPr/>
        </p:nvGrpSpPr>
        <p:grpSpPr>
          <a:xfrm>
            <a:off x="251837" y="89906"/>
            <a:ext cx="7056000" cy="10512000"/>
            <a:chOff x="251837" y="89906"/>
            <a:chExt cx="7056000" cy="10512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6021320-3FAF-32D9-1BB1-53AE80BAFE84}"/>
                </a:ext>
              </a:extLst>
            </p:cNvPr>
            <p:cNvSpPr/>
            <p:nvPr/>
          </p:nvSpPr>
          <p:spPr>
            <a:xfrm>
              <a:off x="251837" y="89906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4F837ACF-7269-4263-D8B6-BE6F9E600CD6}"/>
                </a:ext>
              </a:extLst>
            </p:cNvPr>
            <p:cNvSpPr/>
            <p:nvPr/>
          </p:nvSpPr>
          <p:spPr>
            <a:xfrm>
              <a:off x="6947837" y="89906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0E6607E-5D5E-3D1E-DB41-6F84FDC54C87}"/>
                </a:ext>
              </a:extLst>
            </p:cNvPr>
            <p:cNvSpPr/>
            <p:nvPr/>
          </p:nvSpPr>
          <p:spPr>
            <a:xfrm>
              <a:off x="251837" y="10241906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5289295-99E9-0F32-A269-2EC7AD88C993}"/>
                </a:ext>
              </a:extLst>
            </p:cNvPr>
            <p:cNvSpPr/>
            <p:nvPr/>
          </p:nvSpPr>
          <p:spPr>
            <a:xfrm>
              <a:off x="6947837" y="10241906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4484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나눔바른고딕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ChoiHye Seong</dc:creator>
  <cp:lastModifiedBy>ChoiHye Seong</cp:lastModifiedBy>
  <cp:revision>12</cp:revision>
  <cp:lastPrinted>2026-05-05T09:18:03Z</cp:lastPrinted>
  <dcterms:created xsi:type="dcterms:W3CDTF">2026-05-05T06:57:23Z</dcterms:created>
  <dcterms:modified xsi:type="dcterms:W3CDTF">2026-05-21T04:12:51Z</dcterms:modified>
</cp:coreProperties>
</file>