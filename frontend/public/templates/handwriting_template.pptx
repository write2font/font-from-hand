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9" r:id="rId2"/>
    <p:sldId id="258" r:id="rId3"/>
    <p:sldId id="260" r:id="rId4"/>
    <p:sldId id="261" r:id="rId5"/>
    <p:sldId id="262" r:id="rId6"/>
    <p:sldId id="263" r:id="rId7"/>
    <p:sldId id="266" r:id="rId8"/>
  </p:sldIdLst>
  <p:sldSz cx="7559675" cy="10691813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FF00"/>
    <a:srgbClr val="0000FF"/>
    <a:srgbClr val="00FF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4660"/>
  </p:normalViewPr>
  <p:slideViewPr>
    <p:cSldViewPr snapToGrid="0">
      <p:cViewPr varScale="1">
        <p:scale>
          <a:sx n="69" d="100"/>
          <a:sy n="69" d="100"/>
        </p:scale>
        <p:origin x="32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696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289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165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821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242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758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885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149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951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729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932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490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755934" rtl="0" eaLnBrk="1" latinLnBrk="1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644B254-FC6B-EC45-4875-92D273BE872B}"/>
              </a:ext>
            </a:extLst>
          </p:cNvPr>
          <p:cNvSpPr/>
          <p:nvPr/>
        </p:nvSpPr>
        <p:spPr>
          <a:xfrm>
            <a:off x="-1" y="0"/>
            <a:ext cx="7560000" cy="36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6B935A-4451-2077-C53E-532D792B3837}"/>
              </a:ext>
            </a:extLst>
          </p:cNvPr>
          <p:cNvSpPr/>
          <p:nvPr/>
        </p:nvSpPr>
        <p:spPr>
          <a:xfrm>
            <a:off x="0" y="-1"/>
            <a:ext cx="360000" cy="106918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3AB44C4-ACA5-F9CB-7504-A5A5840E70E7}"/>
              </a:ext>
            </a:extLst>
          </p:cNvPr>
          <p:cNvSpPr/>
          <p:nvPr/>
        </p:nvSpPr>
        <p:spPr>
          <a:xfrm>
            <a:off x="-325" y="10331813"/>
            <a:ext cx="7560000" cy="36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4B0B73-0928-215F-648D-6CC550D692F7}"/>
              </a:ext>
            </a:extLst>
          </p:cNvPr>
          <p:cNvSpPr/>
          <p:nvPr/>
        </p:nvSpPr>
        <p:spPr>
          <a:xfrm>
            <a:off x="7200000" y="0"/>
            <a:ext cx="360000" cy="106918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731D955-C97B-CCE2-B6F1-36446C92958B}"/>
              </a:ext>
            </a:extLst>
          </p:cNvPr>
          <p:cNvSpPr/>
          <p:nvPr/>
        </p:nvSpPr>
        <p:spPr>
          <a:xfrm>
            <a:off x="360000" y="360000"/>
            <a:ext cx="6839675" cy="99718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566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30F5052-B07F-B693-FE15-7327C02C443A}"/>
              </a:ext>
            </a:extLst>
          </p:cNvPr>
          <p:cNvSpPr/>
          <p:nvPr/>
        </p:nvSpPr>
        <p:spPr>
          <a:xfrm>
            <a:off x="360000" y="360000"/>
            <a:ext cx="6839675" cy="99718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70D2BDE-79D2-55A6-C5E5-63D0D9FDC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877853"/>
              </p:ext>
            </p:extLst>
          </p:nvPr>
        </p:nvGraphicFramePr>
        <p:xfrm>
          <a:off x="359837" y="485906"/>
          <a:ext cx="6840000" cy="972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465911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6393677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661448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24915012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1578021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78486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266036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2051743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252030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01994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026267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966939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10437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003311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6037206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22491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949469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93339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171267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0864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0344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39493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2845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0977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81438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27584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096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7846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77717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63692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53951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27758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6249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53423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1644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8061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3313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27107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5969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0063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5357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42079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0206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2326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8889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887797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7B9A8F1-7544-894A-B5A4-C672E85BABBC}"/>
              </a:ext>
            </a:extLst>
          </p:cNvPr>
          <p:cNvSpPr txBox="1"/>
          <p:nvPr/>
        </p:nvSpPr>
        <p:spPr>
          <a:xfrm>
            <a:off x="3549005" y="175334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200" dirty="0"/>
              <a:t>19 * 27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78675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1B427-090B-76D0-668F-DE69E4EF8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787DD4D-BC92-1E99-5BEE-04376E944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184793"/>
              </p:ext>
            </p:extLst>
          </p:nvPr>
        </p:nvGraphicFramePr>
        <p:xfrm>
          <a:off x="503837" y="557906"/>
          <a:ext cx="6552000" cy="9576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204659118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56393677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6614482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24915012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91578021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70784862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62660365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72051743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12520302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00019940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90262671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59669394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510437590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08641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03448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39493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28458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0977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81438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27584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0967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7846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77717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63692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53951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27758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62496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53423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2415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3065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99597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586586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223AF016-8164-97B1-D4D4-BCBC040D2F26}"/>
              </a:ext>
            </a:extLst>
          </p:cNvPr>
          <p:cNvSpPr/>
          <p:nvPr/>
        </p:nvSpPr>
        <p:spPr>
          <a:xfrm>
            <a:off x="360000" y="360000"/>
            <a:ext cx="6839675" cy="99718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711B60-B378-D3B3-139B-172E76D50059}"/>
              </a:ext>
            </a:extLst>
          </p:cNvPr>
          <p:cNvSpPr txBox="1"/>
          <p:nvPr/>
        </p:nvSpPr>
        <p:spPr>
          <a:xfrm>
            <a:off x="3549005" y="175334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200" dirty="0"/>
              <a:t>13 * 19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82059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0DBD1-EF7F-AA40-B3DE-0DA1CF0D9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CECB58B-4E1E-1CC1-1740-6CD1ABA80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593253"/>
              </p:ext>
            </p:extLst>
          </p:nvPr>
        </p:nvGraphicFramePr>
        <p:xfrm>
          <a:off x="611837" y="449906"/>
          <a:ext cx="6336000" cy="979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204659118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56393677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6614482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24915012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91578021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70784862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62660365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72051743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12520302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00019940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902626714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08641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03448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39493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28458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09770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81438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27584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09678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7846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77717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636929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539518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27758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624969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53423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2415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30651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B9F1721A-E6AD-E4D6-4DBE-AB7CFD310669}"/>
              </a:ext>
            </a:extLst>
          </p:cNvPr>
          <p:cNvSpPr/>
          <p:nvPr/>
        </p:nvSpPr>
        <p:spPr>
          <a:xfrm>
            <a:off x="360000" y="360000"/>
            <a:ext cx="6839675" cy="99718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31542A-8F8A-799A-08AC-D3FD2425CF88}"/>
              </a:ext>
            </a:extLst>
          </p:cNvPr>
          <p:cNvSpPr txBox="1"/>
          <p:nvPr/>
        </p:nvSpPr>
        <p:spPr>
          <a:xfrm>
            <a:off x="3549005" y="175334"/>
            <a:ext cx="4616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200" dirty="0"/>
              <a:t>11 * 17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53368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8B6FD-A346-B1ED-099D-01B6825F4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CA6ADED-86E9-6327-9B1C-5D6A8E368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263307"/>
              </p:ext>
            </p:extLst>
          </p:nvPr>
        </p:nvGraphicFramePr>
        <p:xfrm>
          <a:off x="539837" y="665906"/>
          <a:ext cx="6480000" cy="93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0465911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5639367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6614482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2491501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91578021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0784862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2660365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72051743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2520302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0864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03448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39493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28458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0977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81438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27584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0967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7846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77717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63692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53951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277584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3BE9311D-DFAA-C283-7285-CDFCCB3771B2}"/>
              </a:ext>
            </a:extLst>
          </p:cNvPr>
          <p:cNvSpPr/>
          <p:nvPr/>
        </p:nvSpPr>
        <p:spPr>
          <a:xfrm>
            <a:off x="360000" y="360000"/>
            <a:ext cx="6839675" cy="99718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92ADBD-BF8F-AD0E-4FA0-1A7D992F0539}"/>
              </a:ext>
            </a:extLst>
          </p:cNvPr>
          <p:cNvSpPr txBox="1"/>
          <p:nvPr/>
        </p:nvSpPr>
        <p:spPr>
          <a:xfrm>
            <a:off x="3589881" y="175334"/>
            <a:ext cx="37991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200" dirty="0"/>
              <a:t>9 * 13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78205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189A9-C5E3-2F98-EF09-CC6B648D3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7676ABB-7B50-736E-4D5E-76901693F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308197"/>
              </p:ext>
            </p:extLst>
          </p:nvPr>
        </p:nvGraphicFramePr>
        <p:xfrm>
          <a:off x="755837" y="593906"/>
          <a:ext cx="6048000" cy="950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2046591184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563936774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6614482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249150128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915780213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70784862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626603653"/>
                    </a:ext>
                  </a:extLst>
                </a:gridCol>
              </a:tblGrid>
              <a:tr h="86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086415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034486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394937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284581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097701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814386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275843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09678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78467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777177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636929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A4DB66C7-EE07-F4A5-D089-4B14876DF585}"/>
              </a:ext>
            </a:extLst>
          </p:cNvPr>
          <p:cNvSpPr/>
          <p:nvPr/>
        </p:nvSpPr>
        <p:spPr>
          <a:xfrm>
            <a:off x="360000" y="360000"/>
            <a:ext cx="6839675" cy="99718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A7C11A-A77D-78CD-7E9C-71C4A76B38A9}"/>
              </a:ext>
            </a:extLst>
          </p:cNvPr>
          <p:cNvSpPr txBox="1"/>
          <p:nvPr/>
        </p:nvSpPr>
        <p:spPr>
          <a:xfrm>
            <a:off x="3589881" y="175334"/>
            <a:ext cx="37991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200" dirty="0"/>
              <a:t>7 * 11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875014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87108-2C74-19D5-EADE-D9503EABE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6D81D66-3C2E-D92B-8393-0EFA3D26BA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543903"/>
              </p:ext>
            </p:extLst>
          </p:nvPr>
        </p:nvGraphicFramePr>
        <p:xfrm>
          <a:off x="360000" y="360000"/>
          <a:ext cx="4680000" cy="3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3400371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390384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9234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581347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356322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6979988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00030540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962071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8978599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631871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7710763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76535067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4914969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41791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5D2831C-DFA3-72D7-FBB8-4837A30EC065}"/>
              </a:ext>
            </a:extLst>
          </p:cNvPr>
          <p:cNvGraphicFramePr>
            <a:graphicFrameLocks noGrp="1"/>
          </p:cNvGraphicFramePr>
          <p:nvPr/>
        </p:nvGraphicFramePr>
        <p:xfrm>
          <a:off x="359350" y="1768664"/>
          <a:ext cx="6552000" cy="50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128825373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29436129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90554162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0318625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72288945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01230201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38991912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47008779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64093012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424809855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44036546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60946852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037508372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3530152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48F83A8-D683-730B-56C9-6E6B659CD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665153"/>
              </p:ext>
            </p:extLst>
          </p:nvPr>
        </p:nvGraphicFramePr>
        <p:xfrm>
          <a:off x="359350" y="3321330"/>
          <a:ext cx="6336000" cy="115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56574702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727938300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77136246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08315249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648204376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56960746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530377701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414411416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58267841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061854976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583040826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717588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3321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B7BA624-0475-4645-A190-0648349FAB23}"/>
              </a:ext>
            </a:extLst>
          </p:cNvPr>
          <p:cNvSpPr txBox="1"/>
          <p:nvPr/>
        </p:nvSpPr>
        <p:spPr>
          <a:xfrm>
            <a:off x="359675" y="720000"/>
            <a:ext cx="83035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dirty="0"/>
              <a:t>19 * 27, 1cm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A1F6F7-8ED3-DAB0-8B51-D145B0C4373A}"/>
              </a:ext>
            </a:extLst>
          </p:cNvPr>
          <p:cNvSpPr txBox="1"/>
          <p:nvPr/>
        </p:nvSpPr>
        <p:spPr>
          <a:xfrm>
            <a:off x="359025" y="2272664"/>
            <a:ext cx="95539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dirty="0"/>
              <a:t>13 * 19, 1.4cm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B77C5-8E1C-F6C7-F0F6-8D7C713DEC32}"/>
              </a:ext>
            </a:extLst>
          </p:cNvPr>
          <p:cNvSpPr txBox="1"/>
          <p:nvPr/>
        </p:nvSpPr>
        <p:spPr>
          <a:xfrm>
            <a:off x="359025" y="4473330"/>
            <a:ext cx="95539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dirty="0"/>
              <a:t>11 * 17, 1.6cm</a:t>
            </a:r>
            <a:endParaRPr lang="ko-KR" altLang="en-US" sz="12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6A3AE60-A1A4-1C63-1B23-750C3D645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223600"/>
              </p:ext>
            </p:extLst>
          </p:nvPr>
        </p:nvGraphicFramePr>
        <p:xfrm>
          <a:off x="359025" y="5521996"/>
          <a:ext cx="6480000" cy="144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75697632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62869565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618122886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8938892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194722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83143347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92552579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85744939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870884529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7300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49916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CEEF310-87C7-A6D4-F584-833E3ADFA5E6}"/>
              </a:ext>
            </a:extLst>
          </p:cNvPr>
          <p:cNvSpPr txBox="1"/>
          <p:nvPr/>
        </p:nvSpPr>
        <p:spPr>
          <a:xfrm>
            <a:off x="359025" y="6961996"/>
            <a:ext cx="74860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dirty="0"/>
              <a:t>9 * 13, 2cm</a:t>
            </a:r>
            <a:endParaRPr lang="ko-KR" altLang="en-US" sz="1200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081371E-6DF9-F094-BA78-274B1B67D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22395"/>
              </p:ext>
            </p:extLst>
          </p:nvPr>
        </p:nvGraphicFramePr>
        <p:xfrm>
          <a:off x="359025" y="8010662"/>
          <a:ext cx="6048000" cy="1728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3681457784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77004157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3003568786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76765673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27277837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971942682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097953970"/>
                    </a:ext>
                  </a:extLst>
                </a:gridCol>
              </a:tblGrid>
              <a:tr h="86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643545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675391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5DF160D-07D0-2BA0-0A24-AC78B6D44AAC}"/>
              </a:ext>
            </a:extLst>
          </p:cNvPr>
          <p:cNvSpPr txBox="1"/>
          <p:nvPr/>
        </p:nvSpPr>
        <p:spPr>
          <a:xfrm>
            <a:off x="359025" y="9738662"/>
            <a:ext cx="87363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dirty="0"/>
              <a:t>7 * 11, 2.4cm</a:t>
            </a:r>
            <a:endParaRPr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419EBCF-AFEC-D1CD-113D-3AEA4DC8B12F}"/>
              </a:ext>
            </a:extLst>
          </p:cNvPr>
          <p:cNvSpPr/>
          <p:nvPr/>
        </p:nvSpPr>
        <p:spPr>
          <a:xfrm>
            <a:off x="0" y="0"/>
            <a:ext cx="359025" cy="36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53A2F0-B2DB-22A9-7861-BEB9921D8035}"/>
              </a:ext>
            </a:extLst>
          </p:cNvPr>
          <p:cNvSpPr/>
          <p:nvPr/>
        </p:nvSpPr>
        <p:spPr>
          <a:xfrm>
            <a:off x="0" y="1408664"/>
            <a:ext cx="359025" cy="3600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2EA3B7D-E516-F7C3-1937-5517FDC20C51}"/>
              </a:ext>
            </a:extLst>
          </p:cNvPr>
          <p:cNvSpPr/>
          <p:nvPr/>
        </p:nvSpPr>
        <p:spPr>
          <a:xfrm>
            <a:off x="0" y="2961330"/>
            <a:ext cx="359025" cy="360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6E1ED1F-CB00-6B96-E848-89D9D943D865}"/>
              </a:ext>
            </a:extLst>
          </p:cNvPr>
          <p:cNvSpPr/>
          <p:nvPr/>
        </p:nvSpPr>
        <p:spPr>
          <a:xfrm>
            <a:off x="0" y="5157330"/>
            <a:ext cx="359025" cy="36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1E686F6-D23F-6EAD-98B1-6774411EAF5C}"/>
              </a:ext>
            </a:extLst>
          </p:cNvPr>
          <p:cNvSpPr/>
          <p:nvPr/>
        </p:nvSpPr>
        <p:spPr>
          <a:xfrm>
            <a:off x="0" y="7650662"/>
            <a:ext cx="359025" cy="36000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118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</TotalTime>
  <Words>40</Words>
  <Application>Microsoft Office PowerPoint</Application>
  <PresentationFormat>사용자 지정</PresentationFormat>
  <Paragraphs>10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ChoiHye Seong</dc:creator>
  <cp:lastModifiedBy>ChoiHye Seong</cp:lastModifiedBy>
  <cp:revision>7</cp:revision>
  <cp:lastPrinted>2026-03-07T07:10:39Z</cp:lastPrinted>
  <dcterms:created xsi:type="dcterms:W3CDTF">2026-03-07T06:05:45Z</dcterms:created>
  <dcterms:modified xsi:type="dcterms:W3CDTF">2026-03-09T06:03:16Z</dcterms:modified>
</cp:coreProperties>
</file>